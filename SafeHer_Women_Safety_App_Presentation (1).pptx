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584200"/>
            <a:ext cx="7772400" cy="3016250"/>
          </a:xfrm>
        </p:spPr>
        <p:txBody>
          <a:bodyPr/>
          <a:lstStyle/>
          <a:p>
            <a:r>
              <a:rPr b="1">
                <a:solidFill>
                  <a:schemeClr val="tx2">
                    <a:lumMod val="75000"/>
                  </a:schemeClr>
                </a:solidFill>
              </a:rPr>
              <a:t>SafeHer: Women Safety Application</a:t>
            </a:r>
            <a:endParaRPr b="1">
              <a:solidFill>
                <a:schemeClr val="tx2">
                  <a:lumMod val="75000"/>
                </a:schemeClr>
              </a:solidFill>
            </a:endParaRPr>
          </a:p>
        </p:txBody>
      </p:sp>
      <p:sp>
        <p:nvSpPr>
          <p:cNvPr id="3" name="Subtitle 2"/>
          <p:cNvSpPr>
            <a:spLocks noGrp="1"/>
          </p:cNvSpPr>
          <p:nvPr>
            <p:ph type="subTitle" idx="1"/>
          </p:nvPr>
        </p:nvSpPr>
        <p:spPr/>
        <p:txBody>
          <a:bodyPr/>
          <a:lstStyle/>
          <a:p>
            <a:r>
              <a:rPr i="1">
                <a:solidFill>
                  <a:srgbClr val="002060"/>
                </a:solidFill>
              </a:rPr>
              <a:t>By Vaishnavi Rai</a:t>
            </a:r>
            <a:endParaRPr i="1">
              <a:solidFill>
                <a:srgbClr val="002060"/>
              </a:solidFill>
            </a:endParaRPr>
          </a:p>
          <a:p>
            <a:r>
              <a:rPr i="1">
                <a:solidFill>
                  <a:srgbClr val="002060"/>
                </a:solidFill>
              </a:rPr>
              <a:t>Roll No: 2405398</a:t>
            </a:r>
            <a:endParaRPr i="1">
              <a:solidFill>
                <a:srgbClr val="002060"/>
              </a:solidFill>
            </a:endParaRPr>
          </a:p>
          <a:p>
            <a:r>
              <a:rPr i="1">
                <a:solidFill>
                  <a:srgbClr val="002060"/>
                </a:solidFill>
              </a:rPr>
              <a:t>KIIT University</a:t>
            </a:r>
            <a:endParaRPr i="1">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t>Introduction</a:t>
            </a:r>
            <a:endParaRPr b="1"/>
          </a:p>
        </p:txBody>
      </p:sp>
      <p:sp>
        <p:nvSpPr>
          <p:cNvPr id="3" name="Content Placeholder 2"/>
          <p:cNvSpPr>
            <a:spLocks noGrp="1"/>
          </p:cNvSpPr>
          <p:nvPr>
            <p:ph idx="1"/>
          </p:nvPr>
        </p:nvSpPr>
        <p:spPr/>
        <p:txBody>
          <a:bodyPr/>
          <a:lstStyle/>
          <a:p>
            <a:r>
              <a:t>SafeHer is a mobile application designed to enhance women’s safety by providing an SOS alert system, real-time location sharing, and quick access to police assistance. The app helps users notify their trusted contacts during emergencies.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t>Objective</a:t>
            </a:r>
            <a:endParaRPr b="1"/>
          </a:p>
        </p:txBody>
      </p:sp>
      <p:sp>
        <p:nvSpPr>
          <p:cNvPr id="3" name="Content Placeholder 2"/>
          <p:cNvSpPr>
            <a:spLocks noGrp="1"/>
          </p:cNvSpPr>
          <p:nvPr>
            <p:ph idx="1"/>
          </p:nvPr>
        </p:nvSpPr>
        <p:spPr/>
        <p:txBody>
          <a:bodyPr/>
          <a:lstStyle/>
          <a:p>
            <a:pPr marL="0" indent="0">
              <a:buNone/>
            </a:pPr>
            <a:r>
              <a:t>• To create a user-friendly safety application for women.</a:t>
            </a:r>
          </a:p>
          <a:p>
            <a:pPr marL="0" indent="0">
              <a:buNone/>
            </a:pPr>
            <a:r>
              <a:t>• To provide quick access to emergency services.</a:t>
            </a:r>
          </a:p>
          <a:p>
            <a:pPr marL="0" indent="0">
              <a:buNone/>
            </a:pPr>
            <a:r>
              <a:t>• To share live location instantly with pre-saved contacts.</a:t>
            </a:r>
          </a:p>
          <a:p>
            <a:pPr marL="0" indent="0">
              <a:buNone/>
            </a:pPr>
            <a:r>
              <a:t>• To build awareness and improve safety response times.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t>Technology Used</a:t>
            </a:r>
            <a:endParaRPr b="1"/>
          </a:p>
        </p:txBody>
      </p:sp>
      <p:sp>
        <p:nvSpPr>
          <p:cNvPr id="3" name="Content Placeholder 2"/>
          <p:cNvSpPr>
            <a:spLocks noGrp="1"/>
          </p:cNvSpPr>
          <p:nvPr>
            <p:ph idx="1"/>
          </p:nvPr>
        </p:nvSpPr>
        <p:spPr/>
        <p:txBody>
          <a:bodyPr/>
          <a:lstStyle/>
          <a:p>
            <a:pPr marL="0" indent="0">
              <a:buNone/>
            </a:pPr>
            <a:r>
              <a:t>• Flutter Framework (Dart Language)</a:t>
            </a:r>
          </a:p>
          <a:p>
            <a:pPr marL="0" indent="0">
              <a:buNone/>
            </a:pPr>
            <a:r>
              <a:t>• Android SDK</a:t>
            </a:r>
          </a:p>
          <a:p>
            <a:pPr marL="0" indent="0">
              <a:buNone/>
            </a:pPr>
            <a:r>
              <a:t>• Google Maps API (for location tracking)</a:t>
            </a:r>
          </a:p>
          <a:p>
            <a:pPr marL="0" indent="0">
              <a:buNone/>
            </a:pPr>
            <a:r>
              <a:t>• Shared Preferences (for contact storage)</a:t>
            </a:r>
          </a:p>
          <a:p>
            <a:pPr marL="0" indent="0">
              <a:buNone/>
            </a:pPr>
            <a:r>
              <a:t>• Geolocator and URL Launcher packages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b="1"/>
              <a:t>System Architecture</a:t>
            </a:r>
            <a:endParaRPr b="1"/>
          </a:p>
        </p:txBody>
      </p:sp>
      <p:sp>
        <p:nvSpPr>
          <p:cNvPr id="3" name="Content Placeholder 2"/>
          <p:cNvSpPr>
            <a:spLocks noGrp="1"/>
          </p:cNvSpPr>
          <p:nvPr>
            <p:ph idx="1"/>
          </p:nvPr>
        </p:nvSpPr>
        <p:spPr>
          <a:xfrm>
            <a:off x="457200" y="1600200"/>
            <a:ext cx="8229600" cy="4873625"/>
          </a:xfrm>
        </p:spPr>
        <p:txBody>
          <a:bodyPr>
            <a:normAutofit fontScale="90000"/>
          </a:bodyPr>
          <a:lstStyle/>
          <a:p>
            <a:pPr marL="0" indent="0">
              <a:buNone/>
            </a:pPr>
            <a:r>
              <a:t>The app consists of three main modules:</a:t>
            </a:r>
          </a:p>
          <a:p>
            <a:pPr marL="0" indent="0">
              <a:buNone/>
            </a:pPr>
            <a:r>
              <a:t>1. Home Screen – provides SOS and Police Help buttons.</a:t>
            </a:r>
          </a:p>
          <a:p>
            <a:pPr marL="0" indent="0">
              <a:buNone/>
            </a:pPr>
            <a:r>
              <a:t>2. Contacts Screen – allows adding, saving, and viewing emergency contacts.</a:t>
            </a:r>
          </a:p>
          <a:p>
            <a:pPr marL="0" indent="0">
              <a:buNone/>
            </a:pPr>
            <a:r>
              <a:t>3. Profile Screen – stores user information.</a:t>
            </a:r>
          </a:p>
          <a:p/>
          <a:p>
            <a:pPr marL="0" indent="0">
              <a:buNone/>
            </a:pPr>
            <a:r>
              <a:t>The system accesses GPS for location, then opens the SMS app with a prefilled message and location link.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Working Principle</a:t>
            </a:r>
          </a:p>
        </p:txBody>
      </p:sp>
      <p:sp>
        <p:nvSpPr>
          <p:cNvPr id="3" name="Content Placeholder 2"/>
          <p:cNvSpPr>
            <a:spLocks noGrp="1"/>
          </p:cNvSpPr>
          <p:nvPr>
            <p:ph idx="1"/>
          </p:nvPr>
        </p:nvSpPr>
        <p:spPr/>
        <p:txBody>
          <a:bodyPr/>
          <a:lstStyle/>
          <a:p>
            <a:pPr marL="0" indent="0">
              <a:buNone/>
            </a:pPr>
            <a:r>
              <a:t>• When the SOS button is pressed, an emergency sound alert is played.</a:t>
            </a:r>
          </a:p>
          <a:p>
            <a:pPr marL="0" indent="0">
              <a:buNone/>
            </a:pPr>
            <a:r>
              <a:t>• The app fetches the current GPS location of the user.</a:t>
            </a:r>
          </a:p>
          <a:p>
            <a:pPr marL="0" indent="0">
              <a:buNone/>
            </a:pPr>
            <a:r>
              <a:t>• It automatically opens the messaging app with a prefilled emergency message and Google Maps link.</a:t>
            </a:r>
          </a:p>
          <a:p>
            <a:pPr marL="0" indent="0">
              <a:buNone/>
            </a:pPr>
            <a:r>
              <a:t>• The user’s pre-saved contacts are auto-filled in the recipient field.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Features</a:t>
            </a:r>
          </a:p>
        </p:txBody>
      </p:sp>
      <p:sp>
        <p:nvSpPr>
          <p:cNvPr id="3" name="Content Placeholder 2"/>
          <p:cNvSpPr>
            <a:spLocks noGrp="1"/>
          </p:cNvSpPr>
          <p:nvPr>
            <p:ph idx="1"/>
          </p:nvPr>
        </p:nvSpPr>
        <p:spPr/>
        <p:txBody>
          <a:bodyPr/>
          <a:lstStyle/>
          <a:p>
            <a:pPr marL="0" indent="0">
              <a:buNone/>
            </a:pPr>
            <a:r>
              <a:t>• One-tap SOS Alert Button</a:t>
            </a:r>
          </a:p>
          <a:p>
            <a:pPr marL="0" indent="0">
              <a:buNone/>
            </a:pPr>
            <a:r>
              <a:t>• Live GPS Location Sharing</a:t>
            </a:r>
          </a:p>
          <a:p>
            <a:pPr marL="0" indent="0">
              <a:buNone/>
            </a:pPr>
            <a:r>
              <a:t>• Emergency Contacts Management</a:t>
            </a:r>
          </a:p>
          <a:p>
            <a:pPr marL="0" indent="0">
              <a:buNone/>
            </a:pPr>
            <a:r>
              <a:t>• Police Help Locator (Google Maps Search)</a:t>
            </a:r>
          </a:p>
          <a:p>
            <a:pPr marL="0" indent="0">
              <a:buNone/>
            </a:pPr>
            <a:r>
              <a:t>• Audio Alert Playback for emergencies</a:t>
            </a:r>
          </a:p>
          <a:p>
            <a:pPr marL="0" indent="0">
              <a:buNone/>
            </a:pPr>
            <a:r>
              <a:t>• Simple, intuitive pink and white UI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Advantages</a:t>
            </a:r>
          </a:p>
        </p:txBody>
      </p:sp>
      <p:sp>
        <p:nvSpPr>
          <p:cNvPr id="3" name="Content Placeholder 2"/>
          <p:cNvSpPr>
            <a:spLocks noGrp="1"/>
          </p:cNvSpPr>
          <p:nvPr>
            <p:ph idx="1"/>
          </p:nvPr>
        </p:nvSpPr>
        <p:spPr/>
        <p:txBody>
          <a:bodyPr/>
          <a:lstStyle/>
          <a:p>
            <a:pPr marL="0" indent="0">
              <a:buNone/>
            </a:pPr>
            <a:r>
              <a:t>• Quick and reliable emergency assistance.</a:t>
            </a:r>
          </a:p>
          <a:p>
            <a:pPr marL="0" indent="0">
              <a:buNone/>
            </a:pPr>
            <a:r>
              <a:t>• Easy to use for all age groups.</a:t>
            </a:r>
          </a:p>
          <a:p>
            <a:pPr marL="0" indent="0">
              <a:buNone/>
            </a:pPr>
            <a:r>
              <a:t>• Doesn’t require internet for sending SMS.</a:t>
            </a:r>
          </a:p>
          <a:p>
            <a:pPr marL="0" indent="0">
              <a:buNone/>
            </a:pPr>
            <a:r>
              <a:t>• Automatically includes GPS location in messages.</a:t>
            </a:r>
          </a:p>
          <a:p>
            <a:pPr marL="0" indent="0">
              <a:buNone/>
            </a:pPr>
            <a:r>
              <a:t>• Secure storage of emergency contacts.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a:lstStyle/>
          <a:p>
            <a:pPr marL="0" indent="0">
              <a:buNone/>
            </a:pPr>
            <a:r>
              <a:t>• Requires location and SMS permissions.</a:t>
            </a:r>
          </a:p>
          <a:p>
            <a:pPr marL="0" indent="0">
              <a:buNone/>
            </a:pPr>
            <a:r>
              <a:t>• Cannot automatically send SMS without user confirmation due to Android restrictions.</a:t>
            </a:r>
          </a:p>
          <a:p>
            <a:pPr marL="0" indent="0">
              <a:buNone/>
            </a:pPr>
            <a:r>
              <a:t>• Dependent on GPS accuracy and device SMS app compatibility.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Future Enhancements</a:t>
            </a:r>
          </a:p>
        </p:txBody>
      </p:sp>
      <p:sp>
        <p:nvSpPr>
          <p:cNvPr id="3" name="Content Placeholder 2"/>
          <p:cNvSpPr>
            <a:spLocks noGrp="1"/>
          </p:cNvSpPr>
          <p:nvPr>
            <p:ph idx="1"/>
          </p:nvPr>
        </p:nvSpPr>
        <p:spPr/>
        <p:txBody>
          <a:bodyPr/>
          <a:lstStyle/>
          <a:p>
            <a:pPr marL="0" indent="0">
              <a:buNone/>
            </a:pPr>
            <a:r>
              <a:t>• Integration with WhatsApp or email alerts.</a:t>
            </a:r>
          </a:p>
          <a:p>
            <a:pPr marL="0" indent="0">
              <a:buNone/>
            </a:pPr>
            <a:r>
              <a:t>• Automatic SMS sending without user interaction.</a:t>
            </a:r>
          </a:p>
          <a:p>
            <a:pPr marL="0" indent="0">
              <a:buNone/>
            </a:pPr>
            <a:r>
              <a:t>• Adding voice recognition for triggering SOS.</a:t>
            </a:r>
          </a:p>
          <a:p>
            <a:pPr marL="0" indent="0">
              <a:buNone/>
            </a:pPr>
            <a:r>
              <a:t>• Integration with wearable devices or smartwatches.</a:t>
            </a:r>
          </a:p>
          <a:p>
            <a:pPr marL="0" indent="0">
              <a:buNone/>
            </a:pPr>
            <a:r>
              <a:t>• AI-based danger detection and alert prediction.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marL="0" indent="0">
              <a:buNone/>
            </a:pPr>
            <a:r>
              <a:t>SafeHer successfully demonstrates how mobile technology can be used to improve women’s safety. With simple design, reliable location sharing, and instant SOS alert, the app ensures quick help in emergencies. It can be further enhanced with automation and AI support in the future.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pPr marL="0" indent="0">
              <a:buNone/>
            </a:pPr>
            <a:r>
              <a:t>• Flutter Official Documentation (flutter.dev)</a:t>
            </a:r>
          </a:p>
          <a:p>
            <a:pPr marL="0" indent="0">
              <a:buNone/>
            </a:pPr>
            <a:r>
              <a:t>• Geolocator &amp; URL Launcher Packages</a:t>
            </a:r>
          </a:p>
          <a:p>
            <a:pPr marL="0" indent="0">
              <a:buNone/>
            </a:pPr>
            <a:r>
              <a:t>• Google Maps API</a:t>
            </a:r>
          </a:p>
          <a:p>
            <a:pPr marL="0" indent="0">
              <a:buNone/>
            </a:pPr>
            <a:r>
              <a:t>• Android Developer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2702</Words>
  <Application>WPS Presentation</Application>
  <PresentationFormat>On-screen Show (4:3)</PresentationFormat>
  <Paragraphs>83</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Arial</vt:lpstr>
      <vt:lpstr>SimSun</vt:lpstr>
      <vt:lpstr>Wingdings</vt:lpstr>
      <vt:lpstr>Arial</vt:lpstr>
      <vt:lpstr>Calibri</vt:lpstr>
      <vt:lpstr>Microsoft YaHei</vt:lpstr>
      <vt:lpstr>Arial Unicode MS</vt:lpstr>
      <vt:lpstr>Office Theme</vt:lpstr>
      <vt:lpstr>SafeHer: Women Safety Application</vt:lpstr>
      <vt:lpstr>Introduction</vt:lpstr>
      <vt:lpstr>Objective</vt:lpstr>
      <vt:lpstr>Technology Used</vt:lpstr>
      <vt:lpstr>System Architecture</vt:lpstr>
      <vt:lpstr>Working Principle</vt:lpstr>
      <vt:lpstr>Features</vt:lpstr>
      <vt:lpstr>Advantages</vt:lpstr>
      <vt:lpstr>Limitations</vt:lpstr>
      <vt:lpstr>Future Enhancements</vt:lpstr>
      <vt:lpstr>Conclusion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VAISHNAVI RAI</cp:lastModifiedBy>
  <cp:revision>2</cp:revision>
  <dcterms:created xsi:type="dcterms:W3CDTF">2013-01-27T09:14:00Z</dcterms:created>
  <dcterms:modified xsi:type="dcterms:W3CDTF">2025-11-02T02:34:59Z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F7E57324887E4727979DB0B22E75D305_12</vt:lpwstr>
  </property>
  <property fmtid="{D5CDD505-2E9C-101B-9397-08002B2CF9AE}" pid="3" name="KSOProductBuildVer">
    <vt:lpwstr>1033-12.2.0.23131</vt:lpwstr>
  </property>
</Properties>
</file>